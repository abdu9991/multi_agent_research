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razig A Mohammed" userId="5e0653d9-d7b4-4f63-9d35-c32b458cbdbe" providerId="ADAL" clId="{847B0D3C-A735-4C16-90EA-6506F9477938}"/>
    <pc:docChg chg="modSld">
      <pc:chgData name="Abdulrazig A Mohammed" userId="5e0653d9-d7b4-4f63-9d35-c32b458cbdbe" providerId="ADAL" clId="{847B0D3C-A735-4C16-90EA-6506F9477938}" dt="2026-04-23T21:41:45.782" v="31" actId="20577"/>
      <pc:docMkLst>
        <pc:docMk/>
      </pc:docMkLst>
      <pc:sldChg chg="modSp mod">
        <pc:chgData name="Abdulrazig A Mohammed" userId="5e0653d9-d7b4-4f63-9d35-c32b458cbdbe" providerId="ADAL" clId="{847B0D3C-A735-4C16-90EA-6506F9477938}" dt="2026-04-22T20:15:29.896" v="16" actId="20577"/>
        <pc:sldMkLst>
          <pc:docMk/>
          <pc:sldMk cId="0" sldId="256"/>
        </pc:sldMkLst>
        <pc:spChg chg="mod">
          <ac:chgData name="Abdulrazig A Mohammed" userId="5e0653d9-d7b4-4f63-9d35-c32b458cbdbe" providerId="ADAL" clId="{847B0D3C-A735-4C16-90EA-6506F9477938}" dt="2026-04-22T20:15:29.896" v="16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Abdulrazig A Mohammed" userId="5e0653d9-d7b4-4f63-9d35-c32b458cbdbe" providerId="ADAL" clId="{847B0D3C-A735-4C16-90EA-6506F9477938}" dt="2026-04-06T05:13:26.974" v="0" actId="1076"/>
        <pc:sldMkLst>
          <pc:docMk/>
          <pc:sldMk cId="0" sldId="258"/>
        </pc:sldMkLst>
        <pc:spChg chg="mod">
          <ac:chgData name="Abdulrazig A Mohammed" userId="5e0653d9-d7b4-4f63-9d35-c32b458cbdbe" providerId="ADAL" clId="{847B0D3C-A735-4C16-90EA-6506F9477938}" dt="2026-04-06T05:13:26.974" v="0" actId="1076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Abdulrazig A Mohammed" userId="5e0653d9-d7b4-4f63-9d35-c32b458cbdbe" providerId="ADAL" clId="{847B0D3C-A735-4C16-90EA-6506F9477938}" dt="2026-04-23T21:41:45.782" v="31" actId="20577"/>
        <pc:sldMkLst>
          <pc:docMk/>
          <pc:sldMk cId="0" sldId="263"/>
        </pc:sldMkLst>
        <pc:spChg chg="mod">
          <ac:chgData name="Abdulrazig A Mohammed" userId="5e0653d9-d7b4-4f63-9d35-c32b458cbdbe" providerId="ADAL" clId="{847B0D3C-A735-4C16-90EA-6506F9477938}" dt="2026-04-23T21:41:45.782" v="31" actId="20577"/>
          <ac:spMkLst>
            <pc:docMk/>
            <pc:sldMk cId="0" sldId="26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Design and Evaluation of a Tool-Using Autonomous Multi-Agent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 err="1">
                <a:solidFill>
                  <a:srgbClr val="DBEAFE"/>
                </a:solidFill>
              </a:rPr>
              <a:t>FastAPI</a:t>
            </a:r>
            <a:r>
              <a:rPr sz="1100" dirty="0">
                <a:solidFill>
                  <a:srgbClr val="DBEAFE"/>
                </a:solidFill>
              </a:rPr>
              <a:t> + </a:t>
            </a:r>
            <a:r>
              <a:rPr sz="1100" dirty="0" err="1">
                <a:solidFill>
                  <a:srgbClr val="DBEAFE"/>
                </a:solidFill>
              </a:rPr>
              <a:t>CrewAI</a:t>
            </a:r>
            <a:r>
              <a:rPr sz="1100" dirty="0">
                <a:solidFill>
                  <a:srgbClr val="DBEAFE"/>
                </a:solidFill>
              </a:rPr>
              <a:t> + Firebase | Goal-Directed Problem Solving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Research project focused on reliable AI reasoning with tools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Supports planning, calculations, Python analysis, budgeting, and evaluation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Interactive web dashboard with sign-in, metrics, and runtime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783080"/>
            <a:ext cx="3474720" cy="2331720"/>
          </a:xfrm>
          <a:prstGeom prst="roundRect">
            <a:avLst/>
          </a:prstGeom>
          <a:solidFill>
            <a:srgbClr val="12213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64424" y="18928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4424" y="2203704"/>
            <a:ext cx="32004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BEAFE"/>
                </a:solidFill>
              </a:defRPr>
            </a:pPr>
            <a:r>
              <a:rPr dirty="0"/>
              <a:t>Abdulrazig Mohammed</a:t>
            </a:r>
          </a:p>
          <a:p>
            <a:pPr>
              <a:spcAft>
                <a:spcPts val="600"/>
              </a:spcAft>
              <a:defRPr sz="1100">
                <a:solidFill>
                  <a:srgbClr val="DBEAFE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100">
                <a:solidFill>
                  <a:srgbClr val="DBEAFE"/>
                </a:solidFill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818120" y="4389120"/>
            <a:ext cx="3474720" cy="1097280"/>
          </a:xfrm>
          <a:prstGeom prst="roundRect">
            <a:avLst/>
          </a:prstGeom>
          <a:solidFill>
            <a:srgbClr val="0F3260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64424" y="44988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424" y="480974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Plan → Act → Evaluate → Reflect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DBEAFE"/>
                </a:solidFill>
              </a:rPr>
              <a:t>Multi-Agent Research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Why use multiple agents instead of a single agent?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657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7556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066544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Can structured multi-agent reasoning with tool use improve reliability over a standard single-agent approach?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This project measures success rate, consistency, recovery, and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383280" cy="356616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72584" y="17556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Target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584" y="2066544"/>
            <a:ext cx="3108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Geometry and arithmetic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Budget planning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Python data analysis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Multi-step decision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383280" cy="3566160"/>
          </a:xfrm>
          <a:prstGeom prst="roundRect">
            <a:avLst/>
          </a:prstGeom>
          <a:solidFill>
            <a:srgbClr val="F3E8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4464" y="175564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066544"/>
            <a:ext cx="3108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Better task decomposition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Clearer validation before answers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Improved recovery from weak reasoning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Useful for demos and research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How the project is organized end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011680" cy="114300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84708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57984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Jinja2 UI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Protected dashboard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Auth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37360"/>
            <a:ext cx="2011680" cy="1143000"/>
          </a:xfrm>
          <a:prstGeom prst="roundRect">
            <a:avLst/>
          </a:prstGeom>
          <a:solidFill>
            <a:srgbClr val="ECFDF3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80944" y="184708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0944" y="2157984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FastAPI routes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/solve, /runs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/metrics, /health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737360"/>
            <a:ext cx="2011680" cy="1143000"/>
          </a:xfrm>
          <a:prstGeom prst="roundRect">
            <a:avLst/>
          </a:prstGeom>
          <a:solidFill>
            <a:srgbClr val="F3E8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75504" y="184708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Agent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4708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Planner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Tool Agent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Evaluator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Reflection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737360"/>
            <a:ext cx="2011680" cy="114300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0064" y="184708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2157984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Calculator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Python executor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Data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737360"/>
            <a:ext cx="2011680" cy="1143000"/>
          </a:xfrm>
          <a:prstGeom prst="roundRect">
            <a:avLst/>
          </a:prstGeom>
          <a:solidFill>
            <a:srgbClr val="ECFDF3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64624" y="184708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624" y="2157984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runs.json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Metrics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37560"/>
            <a:ext cx="10881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rPr dirty="0"/>
              <a:t>• User signs in and submits a problem from the dashboard.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rPr dirty="0"/>
              <a:t>• Fast-path logic solves simple tasks instantly when possible.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CrewAI</a:t>
            </a:r>
            <a:r>
              <a:rPr dirty="0"/>
              <a:t> agents collaborate for more complex tasks using a structured workflow.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rPr dirty="0"/>
              <a:t>• Results, timings, and evaluation metrics are displayed in the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BEAFE"/>
                </a:solidFill>
              </a:rPr>
              <a:t>Plan → Act → Evaluate → Reflect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1463040"/>
          </a:xfrm>
          <a:prstGeom prst="roundRect">
            <a:avLst/>
          </a:prstGeom>
          <a:solidFill>
            <a:srgbClr val="12213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8470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1.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57984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BEAFE"/>
                </a:solidFill>
              </a:defRPr>
            </a:pPr>
            <a:r>
              <a:t>Breaks the task into a clear execution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737360"/>
            <a:ext cx="5120640" cy="1463040"/>
          </a:xfrm>
          <a:prstGeom prst="roundRect">
            <a:avLst/>
          </a:prstGeom>
          <a:solidFill>
            <a:srgbClr val="12213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3" y="18470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2. Tool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3" y="2157984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BEAFE"/>
                </a:solidFill>
              </a:defRPr>
            </a:pPr>
            <a:r>
              <a:t>Uses calculations, Python, or structured reasoning to solve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79"/>
            <a:ext cx="5120640" cy="1463040"/>
          </a:xfrm>
          <a:prstGeom prst="roundRect">
            <a:avLst/>
          </a:prstGeom>
          <a:solidFill>
            <a:srgbClr val="12213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3721607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3. Evaluator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032503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BEAFE"/>
                </a:solidFill>
              </a:defRPr>
            </a:pPr>
            <a:r>
              <a:t>Checks correctness, consistency, and completeness.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611879"/>
            <a:ext cx="5120640" cy="1463040"/>
          </a:xfrm>
          <a:prstGeom prst="roundRect">
            <a:avLst/>
          </a:prstGeom>
          <a:solidFill>
            <a:srgbClr val="12213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3" y="3721607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4. Reflection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3" y="4032503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DBEAFE"/>
                </a:solidFill>
              </a:defRPr>
            </a:pPr>
            <a:r>
              <a:t>Suggests improvements for future reliability and recovery.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DBEAFE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User Experience &amp;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The app combines research functionality with a polished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150876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75564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4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Firebase sign-up / sign-in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Protected `/app`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66160" cy="1508760"/>
          </a:xfrm>
          <a:prstGeom prst="roundRect">
            <a:avLst/>
          </a:prstGeom>
          <a:solidFill>
            <a:srgbClr val="ECFDF3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9704" y="175564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Interactive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066544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Prompt input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AI response panel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Recent activity and runtime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566160" cy="1508760"/>
          </a:xfrm>
          <a:prstGeom prst="roundRect">
            <a:avLst/>
          </a:prstGeom>
          <a:solidFill>
            <a:srgbClr val="F3E8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4" y="175564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Fast Problem Solving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4" y="2066544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Geometry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Budgets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Planning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Modern visual design with chart-driven evaluation overview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One-screen layout suitable for demos and presentations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Run history and metrics update as tasks are completed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Browser UI plus API access for testing and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Live metrics generated from recorded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4572000" cy="132588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865376"/>
            <a:ext cx="4206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Task Success Rate</a:t>
            </a:r>
          </a:p>
          <a:p>
            <a:r>
              <a:rPr sz="1800" b="1">
                <a:solidFill>
                  <a:srgbClr val="1D4ED8"/>
                </a:solidFill>
              </a:rPr>
              <a:t>94.6%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4572000" cy="1325880"/>
          </a:xfrm>
          <a:prstGeom prst="roundRect">
            <a:avLst/>
          </a:prstGeom>
          <a:solidFill>
            <a:srgbClr val="ECFDF3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91072" y="1865376"/>
            <a:ext cx="4206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Reasoning Consistency</a:t>
            </a:r>
          </a:p>
          <a:p>
            <a:r>
              <a:rPr sz="1800" b="1">
                <a:solidFill>
                  <a:srgbClr val="1D4ED8"/>
                </a:solidFill>
              </a:rPr>
              <a:t>100.0%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4572000" cy="1325880"/>
          </a:xfrm>
          <a:prstGeom prst="roundRect">
            <a:avLst/>
          </a:prstGeom>
          <a:solidFill>
            <a:srgbClr val="F3E8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602736"/>
            <a:ext cx="4206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Error Recovery</a:t>
            </a:r>
          </a:p>
          <a:p>
            <a:r>
              <a:rPr sz="1800" b="1">
                <a:solidFill>
                  <a:srgbClr val="1D4ED8"/>
                </a:solidFill>
              </a:rPr>
              <a:t>94.6%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474720"/>
            <a:ext cx="4572000" cy="132588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3602736"/>
            <a:ext cx="4206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Efficiency</a:t>
            </a:r>
          </a:p>
          <a:p>
            <a:r>
              <a:rPr sz="1800" b="1">
                <a:solidFill>
                  <a:srgbClr val="1D4ED8"/>
                </a:solidFill>
              </a:rPr>
              <a:t>5.71 ms average runtime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99669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5321808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Current dataset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632704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Total runs: 37 | Completed runs: 35 | Failed runs: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Technology Stack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Built for local testing and cloud hosting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657600" cy="329184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2104" y="17556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Backend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066544"/>
            <a:ext cx="33832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FastAPI + Uvicorn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CrewAI orchestration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Pydantic validation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python-dotenv 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657600" cy="3291840"/>
          </a:xfrm>
          <a:prstGeom prst="roundRect">
            <a:avLst/>
          </a:prstGeom>
          <a:solidFill>
            <a:srgbClr val="ECFDF3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72584" y="175564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Frontend +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584" y="2066544"/>
            <a:ext cx="33832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Jinja2 templates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Styled dashboard UI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Firebase Email/Password auth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Live metrics and run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645920"/>
            <a:ext cx="3154680" cy="3291840"/>
          </a:xfrm>
          <a:prstGeom prst="roundRect">
            <a:avLst/>
          </a:prstGeom>
          <a:solidFill>
            <a:srgbClr val="F3E8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13064" y="175564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</a:rP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2066544"/>
            <a:ext cx="28803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Dockerfile included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Render deployment ready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/health for monitoring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API docs at /docs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Conclusion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BEAFE"/>
                </a:solidFill>
              </a:rPr>
              <a:t>What this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 structured multi-agent workflow can make </a:t>
            </a:r>
            <a:r>
              <a:rPr lang="en-US" dirty="0"/>
              <a:t>problem-solving</a:t>
            </a:r>
            <a:r>
              <a:rPr dirty="0"/>
              <a:t> more explainable and evaluation-friendly.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Tool use plus validation helps support accurate, goal-directed answers for common tasks.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The project now includes a modern dashboard, authentication, metrics, and deployment-ready APIs.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Future work: stronger server-side auth, deeper benchmarking, and larger evaluation datasets.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937760"/>
            <a:ext cx="10515600" cy="868680"/>
          </a:xfrm>
          <a:prstGeom prst="roundRect">
            <a:avLst/>
          </a:prstGeom>
          <a:solidFill>
            <a:srgbClr val="12213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264" y="504748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535838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Questions, demo, and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DBEAFE"/>
                </a:solidFill>
              </a:rPr>
              <a:t>Multi-Agent Research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585</Words>
  <Application>Microsoft Office PowerPoint</Application>
  <PresentationFormat>Widescreen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Abdulrazig A Mohammed</cp:lastModifiedBy>
  <cp:revision>1</cp:revision>
  <dcterms:created xsi:type="dcterms:W3CDTF">2013-01-27T09:14:16Z</dcterms:created>
  <dcterms:modified xsi:type="dcterms:W3CDTF">2026-04-23T22:20:08Z</dcterms:modified>
  <cp:category/>
</cp:coreProperties>
</file>